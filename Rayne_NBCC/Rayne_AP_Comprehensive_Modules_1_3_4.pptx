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0E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BBD0"/>
                </a:solidFill>
              </a:defRPr>
            </a:pPr>
            <a:r>
              <a:t>HCSS1087A — Anatomy &amp; Physiology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Master Exam Review: Modules 1, 3, 4 &amp; Cell</a:t>
            </a:r>
          </a:p>
          <a:p>
            <a:pPr>
              <a:spcBef>
                <a:spcPts val="1500"/>
              </a:spcBef>
              <a:defRPr sz="2000">
                <a:solidFill>
                  <a:srgbClr val="FCE4EC"/>
                </a:solidFill>
              </a:defRPr>
            </a:pPr>
            <a:r>
              <a:t>Body Intro &amp; Homeostasis • Cell Organelles • Integumentary System • Skeletal System</a:t>
            </a:r>
          </a:p>
          <a:p>
            <a:pPr>
              <a:spcBef>
                <a:spcPts val="3500"/>
              </a:spcBef>
              <a:defRPr sz="1600" i="1">
                <a:solidFill>
                  <a:srgbClr val="F48FB1"/>
                </a:solidFill>
              </a:defRPr>
            </a:pPr>
            <a:r>
              <a:t>Instructor: Jessica Freeze Snyder | Practical Nursing Master Study Suite for Rayne Moulton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Body Organization, Homeostasis &amp; Cavities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6 Levels of Organization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Chemical: Atoms &amp; molecules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Cellular: Basic unit of life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Tissue: Groups of similar cells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Organ: Tissues working together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Organ System: Group of organs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Organism: Complete living human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Homeostasis &amp; Feedback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Homeostasis: Relative internal body balance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Negative Feedback: Opposes/negates change to restore balance (e.g. temp, glucose)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Positive Feedback: Amplifies change (e.g. child labor, blood clotting)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Loop components: Sensor → Control Center → Effector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Body Cavities &amp; Regions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Ventral (Front): Thoracic (Mediastinum &amp; Pleural) + Abdominopelvic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Dorsal (Back): Cranial (brain) &amp; Spinal (spinal cord)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4 Quadrants: RUQ, LUQ, RLQ (appendix), LLQ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9 Regions: Epigastric, Umbilical, Hypogastric, Hypochondriac, Flank, Iliac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Cell Biology: Human Cell Structure &amp; Organelles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185B"/>
                </a:solidFill>
              </a:defRPr>
            </a:pPr>
            <a:r>
              <a:t>Plasma Membrane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Semipermeable lipid bilayer enclosing the cytoplasm. Keeps cell intact and regulates entry/exit.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185B"/>
                </a:solidFill>
              </a:defRPr>
            </a:pPr>
            <a:r>
              <a:t>Nucleus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Cell's 'control center' managing genetic material (DNA in chromosomes). Directs cell growth &amp; division.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185B"/>
                </a:solidFill>
              </a:defRPr>
            </a:pPr>
            <a:r>
              <a:t>Ribosomes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'Protein factories' of the cell. Synthesize proteins; float free in cytoplasm or attach to Endoplasmic Reticulum (ER).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2185B"/>
                </a:solidFill>
              </a:defRPr>
            </a:pPr>
            <a:r>
              <a:t>Mitochondria</a:t>
            </a:r>
          </a:p>
          <a:p>
            <a:pPr>
              <a:spcBef>
                <a:spcPts val="800"/>
              </a:spcBef>
              <a:defRPr sz="1400">
                <a:solidFill>
                  <a:srgbClr val="212121"/>
                </a:solidFill>
              </a:defRPr>
            </a:pPr>
            <a:r>
              <a:t>'Powerhouse' of the cell. Extracts energy from nutrients &amp; converts it into ATP chemical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Integumentary System (Skin, Glands, Receptors)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Skin Layers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Epidermis: Nonvascular; 5 layers (Basale to Corneum). 95% Keratinocytes, 5% Melanocytes.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Dermis: 20x thicker; Papillary (fingerprints) &amp; Reticular (collagen, elastin, blood vessels).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Hypodermis: Adipose fat tissue for insulation &amp; cushioning.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Accessory Glands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Eccrine Sweat Glands: Abundant; thin watery sweat for cooling &amp; waste excretion.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Apocrine Sweat Glands: Axilla &amp; groin; thicker fluid producing odor via skin bacteria.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Sebaceous Glands: Sebum oil prevents skin cracking; blocked ducts form pimples/blackheads.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Sensory Receptors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Meissner's: Light touch &amp; texture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Pacinian: Deep pressure &amp; vibration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Krause: Cold temperature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Ruffini: Skin stretch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Free Nerve Endings: Pain &amp; 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4: Skeletal System, Cartilage &amp; Joints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Functions &amp; Bone Types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5 Functions: Support, Protection, Movement, Calcium Storage, Hematopoiesis (red marrow).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5 Bone Types: Long (femur), Short (carpals), Flat (scapula/sternum), Irregular (vertebrae), Sesamoid (patella).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Skeleton Divisions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Axial (80 bones): Skull (8 cranial, 14 facial), Hyoid, Spine (26 vertebrae), Thorax (Sternum &amp; 12 pairs of ribs).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Appendicular (126 bones): Upper &amp; lower extremities, Pectoral &amp; Pelvic girdles.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Cartilage &amp; Joint Classes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Cartilage: Hyaline (articular cushion), Elastic (ear), Fibrocartilage (discs/pubis).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Joints: Synarthroses (immovable), Amphiarthroses (slight movement), Diarthroses (freely movable synovial).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 MASTER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Top A&amp;P Exam Takeaways &amp; Rules for Rayne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CE4EC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80E4F"/>
                </a:solidFill>
              </a:defRPr>
            </a:pPr>
            <a:r>
              <a:t>Master A&amp;P Exam Rules: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Rule 1: Negative Feedback = restores balance; Positive Feedback = amplifies change.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Rule 2: Epidermis is NONVASCULAR; receives nutrients from dermal blood vessel diffusion.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Rule 3: Hematopoiesis (blood cell production) occurs in RED bone marrow, NOT yellow marrow.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Rule 4: Hyoid bone is the ONLY bone in the human body that does not articulate with another bone.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Rule 5: True Ribs (1-7) attach directly to sternum; False Ribs (8-10) attach to 7th rib cartilage; Floating Ribs (11-12) unattached anteriorly.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Rule 6: Synarthrotic = Immovable; Amphiarthrotic = Slightly Movable; Diarthrotic = Freely Movable Synovial Joints.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